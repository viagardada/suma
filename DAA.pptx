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22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8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8060402020202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8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宋体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1844675"/>
            <a:ext cx="9105265" cy="44945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0110" y="11969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传入数据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3827145" cy="6451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055" y="981075"/>
            <a:ext cx="418147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427855" y="405130"/>
            <a:ext cx="3625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传感器种类和精度设置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77410" y="3429000"/>
            <a:ext cx="3625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扇区数量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8145" cy="6990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52830"/>
            <a:ext cx="6553200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699385" y="1844675"/>
            <a:ext cx="4176395" cy="403288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太阳形 4"/>
          <p:cNvSpPr/>
          <p:nvPr/>
        </p:nvSpPr>
        <p:spPr>
          <a:xfrm>
            <a:off x="4535805" y="3622040"/>
            <a:ext cx="503555" cy="287655"/>
          </a:xfrm>
          <a:prstGeom prst="su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5" idx="0"/>
            <a:endCxn id="4" idx="0"/>
          </p:cNvCxnSpPr>
          <p:nvPr/>
        </p:nvCxnSpPr>
        <p:spPr>
          <a:xfrm flipV="1">
            <a:off x="4787900" y="1844675"/>
            <a:ext cx="0" cy="17773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4" idx="3"/>
          </p:cNvCxnSpPr>
          <p:nvPr/>
        </p:nvCxnSpPr>
        <p:spPr>
          <a:xfrm flipV="1">
            <a:off x="3310890" y="3861435"/>
            <a:ext cx="1332865" cy="1425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endCxn id="4" idx="5"/>
          </p:cNvCxnSpPr>
          <p:nvPr/>
        </p:nvCxnSpPr>
        <p:spPr>
          <a:xfrm>
            <a:off x="4932045" y="3861435"/>
            <a:ext cx="1332230" cy="1425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640455" y="981075"/>
            <a:ext cx="229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扇区示意图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EDBC2B6-2DA4-4040-9266-48500AE50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43720" y="-883480"/>
            <a:ext cx="4608514" cy="81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9352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</Words>
  <Application>Microsoft Office PowerPoint</Application>
  <PresentationFormat>全屏显示(4:3)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Arial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wps</dc:creator>
  <cp:lastModifiedBy>大同</cp:lastModifiedBy>
  <cp:revision>18</cp:revision>
  <dcterms:created xsi:type="dcterms:W3CDTF">2025-07-20T12:24:28Z</dcterms:created>
  <dcterms:modified xsi:type="dcterms:W3CDTF">2025-07-21T04:03:46Z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2052-12.8.2.17836</vt:lpwstr>
  </property>
  <property fmtid="{D5CDD505-2E9C-101B-9397-08002B2CF9AE}" pid="3" name="ICV">
    <vt:lpwstr>8A052AA1735B999243DE7C68BCC59FD2_42</vt:lpwstr>
  </property>
</Properties>
</file>